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2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3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7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5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41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61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15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78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76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7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8470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92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633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72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625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59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F2854-EF88-4871-AB7E-CE4A9F792E7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46A339-B581-4B49-AAE7-6C92A04603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5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E645-C76F-5C5B-C2E1-4D73837EC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933" y="884535"/>
            <a:ext cx="8424333" cy="1464733"/>
          </a:xfrm>
        </p:spPr>
        <p:txBody>
          <a:bodyPr/>
          <a:lstStyle/>
          <a:p>
            <a:pPr algn="ctr"/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–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at Skill Craft Technology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A76C2-F059-2545-E028-8C48E9767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480732"/>
            <a:ext cx="7766936" cy="499535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Brand – Nike</a:t>
            </a: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4C8EE-2E03-D18E-9D25-644F55430775}"/>
              </a:ext>
            </a:extLst>
          </p:cNvPr>
          <p:cNvSpPr txBox="1"/>
          <p:nvPr/>
        </p:nvSpPr>
        <p:spPr>
          <a:xfrm>
            <a:off x="2917997" y="2980267"/>
            <a:ext cx="5137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code: DM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D1609-F560-5E38-4EA9-25C80B0A53DE}"/>
              </a:ext>
            </a:extLst>
          </p:cNvPr>
          <p:cNvSpPr txBox="1"/>
          <p:nvPr/>
        </p:nvSpPr>
        <p:spPr>
          <a:xfrm>
            <a:off x="6902450" y="4393969"/>
            <a:ext cx="32660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Madda Prashanthi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(Intern – Digital Marketing)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 ID :- SCT/FEB26/0943</a:t>
            </a:r>
          </a:p>
        </p:txBody>
      </p:sp>
    </p:spTree>
    <p:extLst>
      <p:ext uri="{BB962C8B-B14F-4D97-AF65-F5344CB8AC3E}">
        <p14:creationId xmlns:p14="http://schemas.microsoft.com/office/powerpoint/2010/main" val="411099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D5353A-8A8F-DEE9-798F-F97475BF5FFE}"/>
              </a:ext>
            </a:extLst>
          </p:cNvPr>
          <p:cNvSpPr txBox="1"/>
          <p:nvPr/>
        </p:nvSpPr>
        <p:spPr>
          <a:xfrm>
            <a:off x="914399" y="2105561"/>
            <a:ext cx="89831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-1</a:t>
            </a:r>
          </a:p>
          <a:p>
            <a:pPr algn="ctr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Influencer Collaboration Strategy</a:t>
            </a:r>
          </a:p>
        </p:txBody>
      </p:sp>
    </p:spTree>
    <p:extLst>
      <p:ext uri="{BB962C8B-B14F-4D97-AF65-F5344CB8AC3E}">
        <p14:creationId xmlns:p14="http://schemas.microsoft.com/office/powerpoint/2010/main" val="412938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35C8-9D32-FB99-D9C0-DC936DA7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1" y="355600"/>
            <a:ext cx="8943802" cy="6942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36B4C-E485-84DC-9F30-8FD3AF187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067" y="1210733"/>
            <a:ext cx="8943802" cy="5147734"/>
          </a:xfrm>
        </p:spPr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Nike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Sportswear &amp; Athletic Apparel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1964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United States</a:t>
            </a:r>
          </a:p>
          <a:p>
            <a:pPr marL="0" indent="0">
              <a:buClr>
                <a:schemeClr val="tx1"/>
              </a:buCl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Nike is one of the world’s leading sportswear brands known for innovation, performance, and motivational branding. The company designs athletic footwear, apparel, and accessories for professional athletes and fitness enthusiasts.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Nike’s marketing strategy focuses heavily on emotional storytelling, athlete endorsements, and digital engagement. The brand promotes confidence, determination, and the mindset of “Just Do It.”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E2EB3E-9349-4C85-1E63-5D4C2B87E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337" y="499534"/>
            <a:ext cx="3420532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8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D8F9-BD63-C111-B5CE-D3F00492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33" y="338668"/>
            <a:ext cx="8825269" cy="71966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D421-A47B-A188-3FCB-7D334634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7" y="1058334"/>
            <a:ext cx="9017000" cy="51900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Nike primarily targets: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Group: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16–35 years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Male &amp; Female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Sports, gym, running, fitness, athleisure fashion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Level: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Middle &amp; Upper middle class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market (Strong presence in India, USA, Europe)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Nike connects with individuals who are performance-driven, ambitious, and passionate about fitness and sports.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27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B779-947F-D33A-D741-99D4ABFA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3" y="355600"/>
            <a:ext cx="8850669" cy="7704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Influencers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3C763-27F1-6C58-6621-1E17A50E3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126067"/>
            <a:ext cx="8788400" cy="5223933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maximize digital reach, engagement, and brand credibility, Nike should adopt a multi-tier influencer strategy by collaborating with athletes and lifestyle personalities who align with performance, fitness, and youth motivation.</a:t>
            </a:r>
          </a:p>
          <a:p>
            <a:pPr marL="0" indent="0">
              <a:buClr>
                <a:schemeClr val="tx1"/>
              </a:buCl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Influencers: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Cristiano Ronaldo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Virat Kohli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Neeraj Chopra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 Patani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85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EABD-FDAA-1668-A093-2159E30DC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499533"/>
            <a:ext cx="8983133" cy="5541829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Smriti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Mandhana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Instagram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Audience: Indian youth, women’s cricket fans, fitness enthusiasts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Followers: 9M+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Rate: 3–6%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per Post: 300K–600K interactions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representation of women in sports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Inspires young female athletes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Positive and authentic brand image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Smriti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Mandhana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official Nike-associated athlete in India. She represents confidence, performance, and women empowerment, aligning strongly with Nike’s positioning in women’s sportswear and athletic excellence.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BDA46-CD00-128F-AA91-C9CBF6E9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667" y="499533"/>
            <a:ext cx="2777066" cy="28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0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FE37C-CFD4-6EEF-96FD-9DC4761EB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508001"/>
            <a:ext cx="8906933" cy="5533362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Shreyas Iyer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Instagram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Audience: Indian cricket fans &amp; urban youth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Followers: 12M+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Rate: 2–4%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per Post: 250K–500K interactions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Stylish and modern athlete image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urban youth appeal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Featured in Nike’s global campaign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Shreyas Iyer represents the new-generation Indian athlete. His energetic personality and fashion-forward style help Nike connect with modern Indian youth and athleisure audiences.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91FE7-35F6-FC56-3BB3-4750120C4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133" y="728134"/>
            <a:ext cx="3625775" cy="22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07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062E-A882-166C-5BB2-3C2F2635F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609600"/>
            <a:ext cx="9025465" cy="5638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Shafali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Verma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 Instagram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Audience: Young sports enthusiasts &amp; cricket fans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Followers: 2M+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Rate: 4–7%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per Post: 80K–150K interactions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Youth icon in women’s cricket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engagement from loyal followers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Featured in Nike India campaigns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Shafali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Verma’s fearless playing style and youthful energy align with Nike’s bold and performance-driven identity. She strengthens Nike’s connection with Gen Z audiences.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84D6F-C196-901C-44BC-B1326CA5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876" y="609600"/>
            <a:ext cx="2641691" cy="327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4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1DCE0-45C2-816D-6C35-1972B5683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67" y="457200"/>
            <a:ext cx="9017000" cy="5816599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Jemimah Rodrigues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Instagram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Women’s sports followers &amp; youth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2.5M+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Rate: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4–6%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Engagement per Post: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100K–180K interactions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Vibrant and relatable personality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women empowerment representation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presence with Nike India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Selection: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Jemimah Rodrigues enhances Nike’s emotional storytelling in India. Her cheerful and determined persona supports Nike’s community-driven and empowering brand image.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761C9-BFAF-B375-1116-C35F1A22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922" y="762001"/>
            <a:ext cx="3833078" cy="26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5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E470F-26ED-C3E5-FCBF-FC42D75A6F62}"/>
              </a:ext>
            </a:extLst>
          </p:cNvPr>
          <p:cNvSpPr txBox="1"/>
          <p:nvPr/>
        </p:nvSpPr>
        <p:spPr>
          <a:xfrm>
            <a:off x="2338917" y="2291833"/>
            <a:ext cx="6100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47335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565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Trebuchet MS</vt:lpstr>
      <vt:lpstr>Wingdings</vt:lpstr>
      <vt:lpstr>Wingdings 3</vt:lpstr>
      <vt:lpstr>Facet</vt:lpstr>
      <vt:lpstr>Digital Marketing – Internship at Skill Craft Technology</vt:lpstr>
      <vt:lpstr>PowerPoint Presentation</vt:lpstr>
      <vt:lpstr>Brand Introduction</vt:lpstr>
      <vt:lpstr> Target Audience</vt:lpstr>
      <vt:lpstr>Proposed Influencers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prashanthi madda</dc:creator>
  <cp:lastModifiedBy>prashanthi madda</cp:lastModifiedBy>
  <cp:revision>2</cp:revision>
  <dcterms:created xsi:type="dcterms:W3CDTF">2026-03-05T15:46:57Z</dcterms:created>
  <dcterms:modified xsi:type="dcterms:W3CDTF">2026-03-05T16:34:59Z</dcterms:modified>
</cp:coreProperties>
</file>